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97199-438E-01FF-3BA4-4A3802C51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A19CB-72CA-1FB8-9BA8-5636ADA73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7EC6D-A719-4E8E-6DD2-DB84C6D66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A0A2-3682-4093-9444-314E9922D9F2}" type="datetimeFigureOut">
              <a:rPr lang="en-SG" smtClean="0"/>
              <a:t>17/9/2026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20D93-4FF3-6D8A-1E65-56EE226B7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0A1DF-061C-CCE3-269C-ACBE0F41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0370-0DF3-45B4-A1FB-117084194F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0131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CB92-AE51-816B-6A8F-D6A95C89A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BED70-0983-BA3E-2808-9D50553EA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5DEA5-8D40-D0E7-FE36-1F5B2CD78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A0A2-3682-4093-9444-314E9922D9F2}" type="datetimeFigureOut">
              <a:rPr lang="en-SG" smtClean="0"/>
              <a:t>17/9/2026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367CE-4015-0C5F-5615-6CC16BAA2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496E2-3DD5-5E7E-CA54-2D00C7101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0370-0DF3-45B4-A1FB-117084194F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1059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F66D9-EC49-E205-97E7-89A66017C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E1DDE-D8F5-FC7A-05F3-F7C216B41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70260-D58E-870B-1711-C1BEC0A6F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A0A2-3682-4093-9444-314E9922D9F2}" type="datetimeFigureOut">
              <a:rPr lang="en-SG" smtClean="0"/>
              <a:t>17/9/2026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CC1DF-F405-D5A7-0B16-68A09C69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1B796-5AA7-500B-D857-8EDEEEF3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0370-0DF3-45B4-A1FB-117084194F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4831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94202-2F7D-B8B0-0C9F-8CC34FD99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5831D-075B-5335-FB07-3518FE183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7EE281-E78C-153F-DC9F-9740209EC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C73A7-B1B4-3A08-49F1-264D7B2F6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A0A2-3682-4093-9444-314E9922D9F2}" type="datetimeFigureOut">
              <a:rPr lang="en-SG" smtClean="0"/>
              <a:t>17/9/2026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B914D-2653-52C4-3FE4-61A0953F7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C9C6C-A297-50B6-ADA2-5CF919A17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0370-0DF3-45B4-A1FB-117084194F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0541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FA9C1-A3A4-8D6B-F4F9-063D288E8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68312-49E5-5DBA-FB03-728DECF16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209179-9D61-DDA4-0782-762DB542D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1D9F33-B4C0-A2D3-0355-5F41F57440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75D190-713F-7825-73BF-FF4BFCA68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C91AD3-C0B4-ABA0-7E96-BD1B3EA95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A0A2-3682-4093-9444-314E9922D9F2}" type="datetimeFigureOut">
              <a:rPr lang="en-SG" smtClean="0"/>
              <a:t>17/9/2026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B02F0B-53A8-1E32-A93C-258744D90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FA0F66-870B-B25A-8593-C2D136C7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0370-0DF3-45B4-A1FB-117084194F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353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F9A29-04FA-371A-703F-C4DFDE93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F70FF-1F36-28A5-1AC4-B1D13FB62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A0A2-3682-4093-9444-314E9922D9F2}" type="datetimeFigureOut">
              <a:rPr lang="en-SG" smtClean="0"/>
              <a:t>17/9/2026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7E365-F1CB-713E-F6D6-EDF859262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BE469-2C1B-04C0-78F1-1AD5877C3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0370-0DF3-45B4-A1FB-117084194F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39889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7422B8-5D39-7933-D3B8-0B38A3ED6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A0A2-3682-4093-9444-314E9922D9F2}" type="datetimeFigureOut">
              <a:rPr lang="en-SG" smtClean="0"/>
              <a:t>17/9/2026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E1531-2010-C576-1000-BB0283C2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F499F-C193-C068-7BAD-41AF57A80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0370-0DF3-45B4-A1FB-117084194F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67508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BFED-0607-9DDC-BC82-C36E9BC18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39674-6AC7-1215-5E25-47B618A9E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81B2A-A1EA-18DF-538B-24EEDFD81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C31B6-2D8B-041A-9501-57BF349C5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A0A2-3682-4093-9444-314E9922D9F2}" type="datetimeFigureOut">
              <a:rPr lang="en-SG" smtClean="0"/>
              <a:t>17/9/2026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6D972-B7E6-4C59-0096-0C436274E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867B6-356E-968C-93E2-2460D217C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0370-0DF3-45B4-A1FB-117084194F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701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90A1E-F901-3028-AD43-9904E69E8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314B6-2EA9-D80B-8527-8BC8814DC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BB9B1-29C5-B519-7ADC-43BC7B433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1D25F-62DB-6030-4996-8E01A8566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A0A2-3682-4093-9444-314E9922D9F2}" type="datetimeFigureOut">
              <a:rPr lang="en-SG" smtClean="0"/>
              <a:t>17/9/2026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80407-46DF-D0F0-385C-228334555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F030D-722D-897A-57CD-0D91B5A67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0370-0DF3-45B4-A1FB-117084194F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8446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5BACA-D288-24DE-732F-01F81B612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19C497-B4ED-781F-D23B-0A6FC3A0A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123E2-36D1-339D-5B86-359927AC2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A0A2-3682-4093-9444-314E9922D9F2}" type="datetimeFigureOut">
              <a:rPr lang="en-SG" smtClean="0"/>
              <a:t>17/9/2026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57E56-C74B-74BD-A3A6-7AF245C16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23E9E-71EB-003F-394E-4DD917F4B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0370-0DF3-45B4-A1FB-117084194F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9174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002CBF-6210-D9DA-D43B-8EC88A6E3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3E6EA-B3DF-B547-0FCF-B2F88496F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61626-638F-9F14-1773-C07E3402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A0A2-3682-4093-9444-314E9922D9F2}" type="datetimeFigureOut">
              <a:rPr lang="en-SG" smtClean="0"/>
              <a:t>17/9/2026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CA7ED-4055-EBE4-1359-7EDBCE71E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B319C-AAFA-6044-C027-8192CBA5E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0370-0DF3-45B4-A1FB-117084194F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3941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1BAC4A-525F-17AA-4B4E-BA36BD79D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66D04-672F-A2A4-CBFD-A0BAB713D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C826F-395A-0A51-6F1B-27AC21315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48A0A2-3682-4093-9444-314E9922D9F2}" type="datetimeFigureOut">
              <a:rPr lang="en-SG" smtClean="0"/>
              <a:t>17/9/2026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89DE7-DD93-2C5A-B7EC-D972E72F1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462CD-BB32-0D41-14E1-F3459527A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DB0370-0DF3-45B4-A1FB-117084194F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8371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48664B1-A450-2D96-A8ED-3459C8CE1DEF}"/>
              </a:ext>
            </a:extLst>
          </p:cNvPr>
          <p:cNvSpPr/>
          <p:nvPr/>
        </p:nvSpPr>
        <p:spPr>
          <a:xfrm>
            <a:off x="6844284" y="608076"/>
            <a:ext cx="4814316" cy="469087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7608A5-4F1F-E750-BA90-88CF710160F1}"/>
              </a:ext>
            </a:extLst>
          </p:cNvPr>
          <p:cNvSpPr/>
          <p:nvPr/>
        </p:nvSpPr>
        <p:spPr>
          <a:xfrm>
            <a:off x="2670048" y="1216152"/>
            <a:ext cx="3511296" cy="3474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17F160A-104F-B322-03BA-571073F3B84B}"/>
              </a:ext>
            </a:extLst>
          </p:cNvPr>
          <p:cNvSpPr/>
          <p:nvPr/>
        </p:nvSpPr>
        <p:spPr>
          <a:xfrm>
            <a:off x="3488436" y="1920240"/>
            <a:ext cx="493776" cy="475488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76CC331-55EB-0CAC-38E2-3F836DAA2A97}"/>
              </a:ext>
            </a:extLst>
          </p:cNvPr>
          <p:cNvSpPr/>
          <p:nvPr/>
        </p:nvSpPr>
        <p:spPr>
          <a:xfrm>
            <a:off x="4800600" y="1929384"/>
            <a:ext cx="493776" cy="475488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Moon 7">
            <a:extLst>
              <a:ext uri="{FF2B5EF4-FFF2-40B4-BE49-F238E27FC236}">
                <a16:creationId xmlns:a16="http://schemas.microsoft.com/office/drawing/2014/main" id="{188C299A-EA83-F9BE-8A3B-89E485E94DA7}"/>
              </a:ext>
            </a:extLst>
          </p:cNvPr>
          <p:cNvSpPr/>
          <p:nvPr/>
        </p:nvSpPr>
        <p:spPr>
          <a:xfrm rot="16200000">
            <a:off x="3931920" y="2244852"/>
            <a:ext cx="987552" cy="2404872"/>
          </a:xfrm>
          <a:prstGeom prst="mo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1ABCF46-D3C4-FD29-11EA-165667E1BEDC}"/>
              </a:ext>
            </a:extLst>
          </p:cNvPr>
          <p:cNvSpPr/>
          <p:nvPr/>
        </p:nvSpPr>
        <p:spPr>
          <a:xfrm>
            <a:off x="8353044" y="2528316"/>
            <a:ext cx="493776" cy="47548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F38D310-3722-688A-290D-10B7288ABEF8}"/>
              </a:ext>
            </a:extLst>
          </p:cNvPr>
          <p:cNvSpPr/>
          <p:nvPr/>
        </p:nvSpPr>
        <p:spPr>
          <a:xfrm>
            <a:off x="9665208" y="2537460"/>
            <a:ext cx="493776" cy="47548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Moon 15">
            <a:extLst>
              <a:ext uri="{FF2B5EF4-FFF2-40B4-BE49-F238E27FC236}">
                <a16:creationId xmlns:a16="http://schemas.microsoft.com/office/drawing/2014/main" id="{B06BE9F8-DE25-27C3-4E8E-0D76B65AB0C3}"/>
              </a:ext>
            </a:extLst>
          </p:cNvPr>
          <p:cNvSpPr/>
          <p:nvPr/>
        </p:nvSpPr>
        <p:spPr>
          <a:xfrm rot="16200000">
            <a:off x="8796528" y="2852928"/>
            <a:ext cx="987552" cy="2404872"/>
          </a:xfrm>
          <a:prstGeom prst="moon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1507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Aw Guangyang Amos</dc:creator>
  <cp:lastModifiedBy>Aw Guangyang Amos</cp:lastModifiedBy>
  <cp:revision>1</cp:revision>
  <dcterms:created xsi:type="dcterms:W3CDTF">2026-09-17T04:40:18Z</dcterms:created>
  <dcterms:modified xsi:type="dcterms:W3CDTF">2026-09-17T04:40:33Z</dcterms:modified>
</cp:coreProperties>
</file>